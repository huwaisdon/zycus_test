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Project Health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 view for Executive Project Health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Portfolio Health: Amber</a:t>
            </a:r>
          </a:p>
          <a:p>
            <a:pPr algn="l">
              <a:defRPr sz="1800"/>
            </a:pPr>
            <a:r>
              <a:t>Projects Reviewed: 3</a:t>
            </a:r>
          </a:p>
          <a:p>
            <a:pPr algn="l">
              <a:defRPr sz="1800"/>
            </a:pPr>
            <a:r>
              <a:t>Health Distribution: Green 0, Amber 3, Red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Count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3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Requiring Escalation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Confidence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Project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Rajat Bothra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0.55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S2P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Outokumpu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Aftab Hashambhai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0.55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S2P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Outokumpu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Aftab Hashambhai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/>
                        <a:t>0.55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Cross-Project Risk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No recurring risk themes detected from available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Prioritize recovery plans for red-rated projects and confirm accountable owners.</a:t>
            </a:r>
          </a:p>
          <a:p>
            <a:pPr algn="l">
              <a:defRPr sz="1800"/>
            </a:pPr>
            <a:r>
              <a:t>Review recurring blocker themes across the portfolio for shared dependency risks.</a:t>
            </a:r>
          </a:p>
          <a:p>
            <a:pPr algn="l">
              <a:defRPr sz="1800"/>
            </a:pPr>
            <a:r>
              <a:t>Increase governance cadence for projects with low confidence or delayed milestones.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Deterministic scoring based on parsed project data and RAG analysis outputs.</a:t>
            </a:r>
          </a:p>
          <a:p>
            <a:pPr algn="l">
              <a:defRPr sz="1800"/>
            </a:pPr>
            <a:r>
              <a:t>Schedule, milestone, blocker, sentiment, and budget signals are evaluated independently.</a:t>
            </a:r>
          </a:p>
          <a:p>
            <a:pPr algn="l">
              <a:defRPr sz="1800"/>
            </a:pPr>
            <a:r>
              <a:t>The deck uses the JSON export from monthly_synthesis.py as its source of truth.</a:t>
            </a:r>
          </a:p>
          <a:p>
            <a:pPr algn="l">
              <a:defRPr sz="1800"/>
            </a:pPr>
            <a:r>
              <a:t>Budget status is reported as Not Available when no budget data is present.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